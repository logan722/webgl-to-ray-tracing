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29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Image Synthesizer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 Perlin, 1985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2743200" cy="0"/>
          </a:xfrm>
          <a:prstGeom prst="line">
            <a:avLst/>
          </a:prstGeom>
          <a:noFill/>
          <a:ln w="254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0175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A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Graphics (SIGGRAPH '85 Proceedings)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7A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Vol. 19, No. 3, July 1985, pp. 287–296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4114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Daniel Oni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Research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78638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80160"/>
            <a:ext cx="73152" cy="10058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37160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3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create realistic-looking natural textures in computer graphics without relying on stored 2D images that distort, show seams, and require lots of memory?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560320"/>
            <a:ext cx="78638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2560320"/>
            <a:ext cx="73152" cy="1005840"/>
          </a:xfrm>
          <a:prstGeom prst="rect">
            <a:avLst/>
          </a:prstGeom>
          <a:solidFill>
            <a:srgbClr val="A7BEAE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65176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3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2D texture mapping had problems: visible seams at edges, distortion on curved surfaces, singularities, and large storage requirements for image data.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840480"/>
            <a:ext cx="786384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3840480"/>
            <a:ext cx="73152" cy="1005840"/>
          </a:xfrm>
          <a:prstGeom prst="rect">
            <a:avLst/>
          </a:prstGeom>
          <a:solidFill>
            <a:srgbClr val="6D8B74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931920"/>
            <a:ext cx="7223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C36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Also, the design workflow was slow — artists had to rewrite, recompile, and rerun code every time they wanted to try a different texture, making experimentation painful.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292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Contributions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3657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2344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82296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Perlin Noise Function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fast, controllable stochastic function that generates natural-looking randomness — the basis for simulating marble, wood, fire, clouds, and water.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188720"/>
            <a:ext cx="3657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0" y="123444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A7BE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029200" y="16916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(3D) Texturing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20116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wrapping a 2D image onto a surface, textures are defined throughout 3D space — like sculpting an object from a solid block of material.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200400"/>
            <a:ext cx="78638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960" y="32461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D8B7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822960" y="3703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29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Stream Editor (PSE)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402336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A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programming environment for designing textures, letting artists rapidly prototype and iterate on visual effects without recompiling code each time. This dramatically sped up the creative process.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46320" y="32918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of contribution: Algorithmic / Technique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D29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Paper Matters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31520" y="118872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Perlin Noise became one of the most foundational tools in computer graphics. It is used in nearly every modern game engine, film VFX pipeline, and procedural content generation system today.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320040" cy="3200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23774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 an Academy Award for Technical Achievement in 1997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2926080"/>
            <a:ext cx="320040" cy="3200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9260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2926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into every major shader language (GLSL, HLSL, Metal)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3474720"/>
            <a:ext cx="320040" cy="3200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47472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34440" y="3474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for procedural terrain, clouds, water in games and film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4023360"/>
            <a:ext cx="320040" cy="320040"/>
          </a:xfrm>
          <a:prstGeom prst="rect">
            <a:avLst/>
          </a:prstGeom>
          <a:solidFill>
            <a:srgbClr val="B85042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4023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Influenced decades of research in procedural content generation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4389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7A7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"Perlin Noise is to graphics what sine waves are to audio — a fundamental building block."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Image Synthesizer - Ken Perlin (1985)</dc:title>
  <dc:subject>PptxGenJS Presentation</dc:subject>
  <dc:creator>Daniel Oni</dc:creator>
  <cp:lastModifiedBy>Daniel Oni</cp:lastModifiedBy>
  <cp:revision>1</cp:revision>
  <dcterms:created xsi:type="dcterms:W3CDTF">2026-10-27T16:54:24Z</dcterms:created>
  <dcterms:modified xsi:type="dcterms:W3CDTF">2026-10-27T16:54:24Z</dcterms:modified>
</cp:coreProperties>
</file>